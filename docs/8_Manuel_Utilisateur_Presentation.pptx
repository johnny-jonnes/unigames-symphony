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Manuel Utilisateur - UniGames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Présentation des fonctionnalités clés de la plateforme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Connexion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L'interface de connexion sécurisée permet aux utilisateurs d'accéder à la plateforme selon leur rôle.</a:t>
            </a:r>
          </a:p>
        </p:txBody>
      </p:sp>
      <p:pic>
        <p:nvPicPr>
          <p:cNvPr id="4" name="Picture 3" descr="img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de bord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Le Dashboard offre une vue d'ensemble avec des statistiques en temps réel pour l'édition sélectionnée.</a:t>
            </a:r>
          </a:p>
        </p:txBody>
      </p:sp>
      <p:pic>
        <p:nvPicPr>
          <p:cNvPr id="4" name="Picture 3" descr="img_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des Éditions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Créez et configurez facilement de nouvelles éditions des Jeux Universitaires.</a:t>
            </a:r>
          </a:p>
        </p:txBody>
      </p:sp>
      <p:pic>
        <p:nvPicPr>
          <p:cNvPr id="4" name="Picture 3" descr="img_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Calendrier des Matchs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Le calendrier des rencontres permet de programmer les matchs et de consulter les résultats.</a:t>
            </a:r>
          </a:p>
        </p:txBody>
      </p:sp>
      <p:pic>
        <p:nvPicPr>
          <p:cNvPr id="4" name="Picture 3" descr="img_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Programmation d'un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Interface détaillée pour configurer la date, le lieu, et les équipes d'une rencontre.</a:t>
            </a:r>
          </a:p>
        </p:txBody>
      </p:sp>
      <p:pic>
        <p:nvPicPr>
          <p:cNvPr id="4" name="Picture 3" descr="img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Le tableau des classements est généré automatiquement en temps réel à partir des résultats de matchs.</a:t>
            </a:r>
          </a:p>
        </p:txBody>
      </p:sp>
      <p:pic>
        <p:nvPicPr>
          <p:cNvPr id="4" name="Picture 3" descr="img_1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2286000"/>
            <a:ext cx="7315200" cy="36512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