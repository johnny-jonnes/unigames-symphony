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Maquettes UI/UX - UniGames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Présentation du design et de l'expérience utilisateur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System &amp; Couleurs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Utilisation de couleurs professionnelles et modernes pour une interface claire et lisible.</a:t>
            </a:r>
          </a:p>
        </p:txBody>
      </p:sp>
      <p:pic>
        <p:nvPicPr>
          <p:cNvPr id="4" name="Picture 3" descr="img_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47" y="2286000"/>
            <a:ext cx="7315200" cy="36512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Composants Enterprise Cards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Le Dashboard utilise des cartes avec statistiques clés pour mettre en évidence l'information importante.</a:t>
            </a:r>
          </a:p>
        </p:txBody>
      </p:sp>
      <p:pic>
        <p:nvPicPr>
          <p:cNvPr id="4" name="Picture 3" descr="img_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47" y="2286000"/>
            <a:ext cx="7315200" cy="36512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Formulaires Modernes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Des formulaires interactifs et propres pour une saisie de données fluide.</a:t>
            </a:r>
          </a:p>
        </p:txBody>
      </p:sp>
      <p:pic>
        <p:nvPicPr>
          <p:cNvPr id="4" name="Picture 3" descr="img_1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47" y="2286000"/>
            <a:ext cx="7315200" cy="36512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Listes et Tableaux de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Des tableaux clairs avec badges de statut et actions intégrées.</a:t>
            </a:r>
          </a:p>
        </p:txBody>
      </p:sp>
      <p:pic>
        <p:nvPicPr>
          <p:cNvPr id="4" name="Picture 3" descr="img_1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47" y="2286000"/>
            <a:ext cx="7315200" cy="36512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Visualisation des Classements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Intégration de barres de progression pour illustrer visuellement le classement des équipes.</a:t>
            </a:r>
          </a:p>
        </p:txBody>
      </p:sp>
      <p:pic>
        <p:nvPicPr>
          <p:cNvPr id="4" name="Picture 3" descr="img_1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47" y="2286000"/>
            <a:ext cx="7315200" cy="36512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